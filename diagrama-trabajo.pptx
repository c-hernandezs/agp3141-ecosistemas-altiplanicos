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8" r:id="rId2"/>
    <p:sldId id="259" r:id="rId3"/>
    <p:sldId id="260" r:id="rId4"/>
    <p:sldId id="269" r:id="rId5"/>
    <p:sldId id="256" r:id="rId6"/>
    <p:sldId id="267" r:id="rId7"/>
    <p:sldId id="263" r:id="rId8"/>
    <p:sldId id="265" r:id="rId9"/>
    <p:sldId id="262" r:id="rId10"/>
    <p:sldId id="257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51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stanza Valentina Hernández Sánchez" userId="655fa2ff-6cbe-4d8d-a27f-9cd900f48405" providerId="ADAL" clId="{B28C049A-CADF-4BA4-9E68-8F7F117939E2}"/>
    <pc:docChg chg="undo custSel addSld delSld modSld sldOrd">
      <pc:chgData name="Constanza Valentina Hernández Sánchez" userId="655fa2ff-6cbe-4d8d-a27f-9cd900f48405" providerId="ADAL" clId="{B28C049A-CADF-4BA4-9E68-8F7F117939E2}" dt="2025-11-28T12:52:23.251" v="3257" actId="20577"/>
      <pc:docMkLst>
        <pc:docMk/>
      </pc:docMkLst>
      <pc:sldChg chg="addSp delSp modSp new mod">
        <pc:chgData name="Constanza Valentina Hernández Sánchez" userId="655fa2ff-6cbe-4d8d-a27f-9cd900f48405" providerId="ADAL" clId="{B28C049A-CADF-4BA4-9E68-8F7F117939E2}" dt="2025-11-28T12:52:23.251" v="3257" actId="20577"/>
        <pc:sldMkLst>
          <pc:docMk/>
          <pc:sldMk cId="2791960054" sldId="256"/>
        </pc:sldMkLst>
        <pc:spChg chg="add mod">
          <ac:chgData name="Constanza Valentina Hernández Sánchez" userId="655fa2ff-6cbe-4d8d-a27f-9cd900f48405" providerId="ADAL" clId="{B28C049A-CADF-4BA4-9E68-8F7F117939E2}" dt="2025-11-28T12:52:00.522" v="3243" actId="113"/>
          <ac:spMkLst>
            <pc:docMk/>
            <pc:sldMk cId="2791960054" sldId="256"/>
            <ac:spMk id="2" creationId="{97CD8587-9D7F-66E5-B221-FF50C926DFD3}"/>
          </ac:spMkLst>
        </pc:spChg>
        <pc:spChg chg="mod">
          <ac:chgData name="Constanza Valentina Hernández Sánchez" userId="655fa2ff-6cbe-4d8d-a27f-9cd900f48405" providerId="ADAL" clId="{B28C049A-CADF-4BA4-9E68-8F7F117939E2}" dt="2025-11-28T12:51:09.543" v="3206" actId="20577"/>
          <ac:spMkLst>
            <pc:docMk/>
            <pc:sldMk cId="2791960054" sldId="256"/>
            <ac:spMk id="3" creationId="{E03487E2-F84B-8AAE-1917-20394B7727CB}"/>
          </ac:spMkLst>
        </pc:spChg>
        <pc:spChg chg="mod">
          <ac:chgData name="Constanza Valentina Hernández Sánchez" userId="655fa2ff-6cbe-4d8d-a27f-9cd900f48405" providerId="ADAL" clId="{B28C049A-CADF-4BA4-9E68-8F7F117939E2}" dt="2025-11-28T12:49:53.145" v="3163" actId="20577"/>
          <ac:spMkLst>
            <pc:docMk/>
            <pc:sldMk cId="2791960054" sldId="256"/>
            <ac:spMk id="9" creationId="{589D31CF-F2DF-285E-EC82-C950C91BAC8C}"/>
          </ac:spMkLst>
        </pc:spChg>
        <pc:spChg chg="mod">
          <ac:chgData name="Constanza Valentina Hernández Sánchez" userId="655fa2ff-6cbe-4d8d-a27f-9cd900f48405" providerId="ADAL" clId="{B28C049A-CADF-4BA4-9E68-8F7F117939E2}" dt="2025-11-28T12:51:48.101" v="3242" actId="20577"/>
          <ac:spMkLst>
            <pc:docMk/>
            <pc:sldMk cId="2791960054" sldId="256"/>
            <ac:spMk id="10" creationId="{4FFC8522-CA44-DF5F-358F-5865252E2327}"/>
          </ac:spMkLst>
        </pc:spChg>
        <pc:spChg chg="mod">
          <ac:chgData name="Constanza Valentina Hernández Sánchez" userId="655fa2ff-6cbe-4d8d-a27f-9cd900f48405" providerId="ADAL" clId="{B28C049A-CADF-4BA4-9E68-8F7F117939E2}" dt="2025-11-28T12:48:36.062" v="3126" actId="6549"/>
          <ac:spMkLst>
            <pc:docMk/>
            <pc:sldMk cId="2791960054" sldId="256"/>
            <ac:spMk id="11" creationId="{A18774F0-7C4E-6ADE-234B-3365B90D7027}"/>
          </ac:spMkLst>
        </pc:spChg>
        <pc:spChg chg="del mod">
          <ac:chgData name="Constanza Valentina Hernández Sánchez" userId="655fa2ff-6cbe-4d8d-a27f-9cd900f48405" providerId="ADAL" clId="{B28C049A-CADF-4BA4-9E68-8F7F117939E2}" dt="2025-11-28T12:49:46.957" v="3144" actId="478"/>
          <ac:spMkLst>
            <pc:docMk/>
            <pc:sldMk cId="2791960054" sldId="256"/>
            <ac:spMk id="14" creationId="{9510C319-B797-C423-C08F-2C891F094D8B}"/>
          </ac:spMkLst>
        </pc:spChg>
        <pc:spChg chg="del">
          <ac:chgData name="Constanza Valentina Hernández Sánchez" userId="655fa2ff-6cbe-4d8d-a27f-9cd900f48405" providerId="ADAL" clId="{B28C049A-CADF-4BA4-9E68-8F7F117939E2}" dt="2025-11-28T12:49:06.293" v="3132" actId="478"/>
          <ac:spMkLst>
            <pc:docMk/>
            <pc:sldMk cId="2791960054" sldId="256"/>
            <ac:spMk id="17" creationId="{7CDBA6BF-E51C-4553-57BE-C59801314276}"/>
          </ac:spMkLst>
        </pc:spChg>
        <pc:spChg chg="del mod">
          <ac:chgData name="Constanza Valentina Hernández Sánchez" userId="655fa2ff-6cbe-4d8d-a27f-9cd900f48405" providerId="ADAL" clId="{B28C049A-CADF-4BA4-9E68-8F7F117939E2}" dt="2025-11-28T12:51:30.338" v="3228" actId="478"/>
          <ac:spMkLst>
            <pc:docMk/>
            <pc:sldMk cId="2791960054" sldId="256"/>
            <ac:spMk id="18" creationId="{CF0CEF1C-B06E-ECEF-614A-6A4FD34ACC77}"/>
          </ac:spMkLst>
        </pc:spChg>
        <pc:spChg chg="mod">
          <ac:chgData name="Constanza Valentina Hernández Sánchez" userId="655fa2ff-6cbe-4d8d-a27f-9cd900f48405" providerId="ADAL" clId="{B28C049A-CADF-4BA4-9E68-8F7F117939E2}" dt="2025-11-28T12:52:23.251" v="3257" actId="20577"/>
          <ac:spMkLst>
            <pc:docMk/>
            <pc:sldMk cId="2791960054" sldId="256"/>
            <ac:spMk id="20" creationId="{4604D02A-5D8C-C7C7-3F8F-3102C27FE88A}"/>
          </ac:spMkLst>
        </pc:spChg>
        <pc:cxnChg chg="add mod">
          <ac:chgData name="Constanza Valentina Hernández Sánchez" userId="655fa2ff-6cbe-4d8d-a27f-9cd900f48405" providerId="ADAL" clId="{B28C049A-CADF-4BA4-9E68-8F7F117939E2}" dt="2025-11-28T12:49:20.102" v="3137" actId="13822"/>
          <ac:cxnSpMkLst>
            <pc:docMk/>
            <pc:sldMk cId="2791960054" sldId="256"/>
            <ac:cxnSpMk id="19" creationId="{3C7F34E1-1D4F-207D-A32C-929073AA85BA}"/>
          </ac:cxnSpMkLst>
        </pc:cxnChg>
        <pc:cxnChg chg="add mod">
          <ac:chgData name="Constanza Valentina Hernández Sánchez" userId="655fa2ff-6cbe-4d8d-a27f-9cd900f48405" providerId="ADAL" clId="{B28C049A-CADF-4BA4-9E68-8F7F117939E2}" dt="2025-11-28T12:49:26.235" v="3139" actId="13822"/>
          <ac:cxnSpMkLst>
            <pc:docMk/>
            <pc:sldMk cId="2791960054" sldId="256"/>
            <ac:cxnSpMk id="22" creationId="{44B2A431-C330-D34C-F8F2-037A96D61658}"/>
          </ac:cxnSpMkLst>
        </pc:cxnChg>
        <pc:cxnChg chg="del mod">
          <ac:chgData name="Constanza Valentina Hernández Sánchez" userId="655fa2ff-6cbe-4d8d-a27f-9cd900f48405" providerId="ADAL" clId="{B28C049A-CADF-4BA4-9E68-8F7F117939E2}" dt="2025-11-28T12:49:10.788" v="3135" actId="478"/>
          <ac:cxnSpMkLst>
            <pc:docMk/>
            <pc:sldMk cId="2791960054" sldId="256"/>
            <ac:cxnSpMk id="26" creationId="{E3075A5A-B9AC-6F31-9CA8-262FD65005C2}"/>
          </ac:cxnSpMkLst>
        </pc:cxnChg>
        <pc:cxnChg chg="del mod">
          <ac:chgData name="Constanza Valentina Hernández Sánchez" userId="655fa2ff-6cbe-4d8d-a27f-9cd900f48405" providerId="ADAL" clId="{B28C049A-CADF-4BA4-9E68-8F7F117939E2}" dt="2025-11-28T12:49:07.992" v="3133" actId="478"/>
          <ac:cxnSpMkLst>
            <pc:docMk/>
            <pc:sldMk cId="2791960054" sldId="256"/>
            <ac:cxnSpMk id="28" creationId="{1611B5BA-11E6-1EB4-1200-06D40EED38BB}"/>
          </ac:cxnSpMkLst>
        </pc:cxnChg>
        <pc:cxnChg chg="add del mod">
          <ac:chgData name="Constanza Valentina Hernández Sánchez" userId="655fa2ff-6cbe-4d8d-a27f-9cd900f48405" providerId="ADAL" clId="{B28C049A-CADF-4BA4-9E68-8F7F117939E2}" dt="2025-11-28T12:50:37.445" v="3179" actId="478"/>
          <ac:cxnSpMkLst>
            <pc:docMk/>
            <pc:sldMk cId="2791960054" sldId="256"/>
            <ac:cxnSpMk id="34" creationId="{AF965307-0189-A806-43CD-68E0FAF58EE1}"/>
          </ac:cxnSpMkLst>
        </pc:cxnChg>
        <pc:cxnChg chg="add del mod">
          <ac:chgData name="Constanza Valentina Hernández Sánchez" userId="655fa2ff-6cbe-4d8d-a27f-9cd900f48405" providerId="ADAL" clId="{B28C049A-CADF-4BA4-9E68-8F7F117939E2}" dt="2025-11-28T12:50:20.744" v="3174" actId="478"/>
          <ac:cxnSpMkLst>
            <pc:docMk/>
            <pc:sldMk cId="2791960054" sldId="256"/>
            <ac:cxnSpMk id="36" creationId="{CC5A8CAA-18F9-6465-A6C9-80E898F6221B}"/>
          </ac:cxnSpMkLst>
        </pc:cxnChg>
        <pc:cxnChg chg="add mod">
          <ac:chgData name="Constanza Valentina Hernández Sánchez" userId="655fa2ff-6cbe-4d8d-a27f-9cd900f48405" providerId="ADAL" clId="{B28C049A-CADF-4BA4-9E68-8F7F117939E2}" dt="2025-11-28T12:50:33.879" v="3177" actId="14100"/>
          <ac:cxnSpMkLst>
            <pc:docMk/>
            <pc:sldMk cId="2791960054" sldId="256"/>
            <ac:cxnSpMk id="38" creationId="{C782B0B8-B168-DB1F-13B6-827A8DE8B4EC}"/>
          </ac:cxnSpMkLst>
        </pc:cxnChg>
        <pc:cxnChg chg="add mod">
          <ac:chgData name="Constanza Valentina Hernández Sánchez" userId="655fa2ff-6cbe-4d8d-a27f-9cd900f48405" providerId="ADAL" clId="{B28C049A-CADF-4BA4-9E68-8F7F117939E2}" dt="2025-11-28T12:50:48.523" v="3181" actId="13822"/>
          <ac:cxnSpMkLst>
            <pc:docMk/>
            <pc:sldMk cId="2791960054" sldId="256"/>
            <ac:cxnSpMk id="41" creationId="{A3974E94-C09A-849F-CDF5-24B738DEB288}"/>
          </ac:cxnSpMkLst>
        </pc:cxnChg>
        <pc:cxnChg chg="mod">
          <ac:chgData name="Constanza Valentina Hernández Sánchez" userId="655fa2ff-6cbe-4d8d-a27f-9cd900f48405" providerId="ADAL" clId="{B28C049A-CADF-4BA4-9E68-8F7F117939E2}" dt="2025-11-28T12:52:23.251" v="3257" actId="20577"/>
          <ac:cxnSpMkLst>
            <pc:docMk/>
            <pc:sldMk cId="2791960054" sldId="256"/>
            <ac:cxnSpMk id="60" creationId="{96EB0FF9-FB37-2953-1D6F-260582BB4980}"/>
          </ac:cxnSpMkLst>
        </pc:cxnChg>
        <pc:cxnChg chg="mod">
          <ac:chgData name="Constanza Valentina Hernández Sánchez" userId="655fa2ff-6cbe-4d8d-a27f-9cd900f48405" providerId="ADAL" clId="{B28C049A-CADF-4BA4-9E68-8F7F117939E2}" dt="2025-11-28T12:52:23.251" v="3257" actId="20577"/>
          <ac:cxnSpMkLst>
            <pc:docMk/>
            <pc:sldMk cId="2791960054" sldId="256"/>
            <ac:cxnSpMk id="62" creationId="{12DC70C8-B462-008A-8398-A78119C4E5DA}"/>
          </ac:cxnSpMkLst>
        </pc:cxnChg>
        <pc:cxnChg chg="del mod">
          <ac:chgData name="Constanza Valentina Hernández Sánchez" userId="655fa2ff-6cbe-4d8d-a27f-9cd900f48405" providerId="ADAL" clId="{B28C049A-CADF-4BA4-9E68-8F7F117939E2}" dt="2025-11-28T12:49:09.440" v="3134" actId="478"/>
          <ac:cxnSpMkLst>
            <pc:docMk/>
            <pc:sldMk cId="2791960054" sldId="256"/>
            <ac:cxnSpMk id="72" creationId="{B5689BC5-CC96-43E5-F942-41EC76F380D1}"/>
          </ac:cxnSpMkLst>
        </pc:cxnChg>
        <pc:cxnChg chg="mod">
          <ac:chgData name="Constanza Valentina Hernández Sánchez" userId="655fa2ff-6cbe-4d8d-a27f-9cd900f48405" providerId="ADAL" clId="{B28C049A-CADF-4BA4-9E68-8F7F117939E2}" dt="2025-11-28T12:52:23.251" v="3257" actId="20577"/>
          <ac:cxnSpMkLst>
            <pc:docMk/>
            <pc:sldMk cId="2791960054" sldId="256"/>
            <ac:cxnSpMk id="81" creationId="{CB103139-8853-4B51-8CC9-18274CD875A1}"/>
          </ac:cxnSpMkLst>
        </pc:cxnChg>
        <pc:cxnChg chg="del mod">
          <ac:chgData name="Constanza Valentina Hernández Sánchez" userId="655fa2ff-6cbe-4d8d-a27f-9cd900f48405" providerId="ADAL" clId="{B28C049A-CADF-4BA4-9E68-8F7F117939E2}" dt="2025-11-28T12:49:54.909" v="3164" actId="478"/>
          <ac:cxnSpMkLst>
            <pc:docMk/>
            <pc:sldMk cId="2791960054" sldId="256"/>
            <ac:cxnSpMk id="107" creationId="{104FBD42-9830-70B1-BC8B-51A92A9059A7}"/>
          </ac:cxnSpMkLst>
        </pc:cxnChg>
        <pc:cxnChg chg="del mod">
          <ac:chgData name="Constanza Valentina Hernández Sánchez" userId="655fa2ff-6cbe-4d8d-a27f-9cd900f48405" providerId="ADAL" clId="{B28C049A-CADF-4BA4-9E68-8F7F117939E2}" dt="2025-11-28T12:49:55.801" v="3165" actId="478"/>
          <ac:cxnSpMkLst>
            <pc:docMk/>
            <pc:sldMk cId="2791960054" sldId="256"/>
            <ac:cxnSpMk id="110" creationId="{8F58B507-E868-FC18-ABD8-102CB98B3930}"/>
          </ac:cxnSpMkLst>
        </pc:cxnChg>
        <pc:cxnChg chg="del mod">
          <ac:chgData name="Constanza Valentina Hernández Sánchez" userId="655fa2ff-6cbe-4d8d-a27f-9cd900f48405" providerId="ADAL" clId="{B28C049A-CADF-4BA4-9E68-8F7F117939E2}" dt="2025-11-28T12:49:59.009" v="3167" actId="478"/>
          <ac:cxnSpMkLst>
            <pc:docMk/>
            <pc:sldMk cId="2791960054" sldId="256"/>
            <ac:cxnSpMk id="119" creationId="{CCF4CF9D-7070-3965-FE24-577D9D19EF1E}"/>
          </ac:cxnSpMkLst>
        </pc:cxnChg>
        <pc:cxnChg chg="del mod">
          <ac:chgData name="Constanza Valentina Hernández Sánchez" userId="655fa2ff-6cbe-4d8d-a27f-9cd900f48405" providerId="ADAL" clId="{B28C049A-CADF-4BA4-9E68-8F7F117939E2}" dt="2025-11-28T12:49:59.833" v="3168" actId="478"/>
          <ac:cxnSpMkLst>
            <pc:docMk/>
            <pc:sldMk cId="2791960054" sldId="256"/>
            <ac:cxnSpMk id="121" creationId="{629291A8-61A2-2AFA-B268-C1E3567111B9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37B92D-2D95-4F46-A332-00488C8DC0F8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EB1C38-7842-4BE6-945E-BD4734CC6E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232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43FF7-1BCA-BC80-1604-2A7E6357A6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EED3F1-7563-18FE-56BE-351A81AA01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996A0B-D7A4-206A-997E-1C242E77A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AD556-7069-41DA-980A-F4A57812852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F9A65-3F3D-E2A4-8CCB-D2D15A39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36F93-9645-6A49-7F60-9052A085A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CB8B65-2835-49BA-BA4D-ABCCDD31A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046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FF742-8685-5CC3-B59B-0490ED588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81D68-2CED-8FFA-4719-647102136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A982B-54C1-7C19-DE8C-BCDCFB1A4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AD556-7069-41DA-980A-F4A57812852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A2F374-40B9-E531-9163-30D29F012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D9507-EA4A-E993-8790-19F0052B1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CB8B65-2835-49BA-BA4D-ABCCDD31A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437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3754D-5ACE-2F2D-0607-C81A37307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B4BD3E-8560-4011-E7AA-736638AE0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06EE5-EB0A-631A-012B-73281A08F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AD556-7069-41DA-980A-F4A57812852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E934FF-843E-1032-B01A-5987B2ACE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BE7EEE-0FC5-53F5-9F0F-B6D475798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CB8B65-2835-49BA-BA4D-ABCCDD31A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214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485FE-D8AE-5A22-59DF-492DB0B36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CE614-19E6-8F46-DDA4-C20B9AD6D5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1431BF-C3DC-C0FC-7D77-0E7360019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5A0B3A-98E8-8E7E-91D7-526502972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AD556-7069-41DA-980A-F4A57812852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ADF882-7D53-3EDD-E560-F1F5F038F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B69004-FE4C-E81C-79D5-892943170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CB8B65-2835-49BA-BA4D-ABCCDD31A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987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2792D-801C-775E-B237-54D43A310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F6807-498A-279F-2A39-5499193345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486759-8395-D85B-F53C-88FBFA3F09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802968-4362-A093-8728-E453E8975A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1BB003-30F3-58D4-1B3C-6E583A1A47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94F6C8-D3CD-BE3C-21FF-87097F4FC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AD556-7069-41DA-980A-F4A57812852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7488F9-4908-9C84-B5A1-7BFF523BC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00F02A-0F8F-9F39-0DF2-BB597570A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CB8B65-2835-49BA-BA4D-ABCCDD31A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815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D7CD5-40E4-7D26-C252-E9653EF3A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F22D29-3461-3131-5339-5E0817AFD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AD556-7069-41DA-980A-F4A57812852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910C39-3E0F-E680-B56C-EB263F1CC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1D5B1-4154-6B83-E08D-02AAD5BB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CB8B65-2835-49BA-BA4D-ABCCDD31A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024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6312FD-368D-A150-F9BF-25734506D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AD556-7069-41DA-980A-F4A57812852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E3EE9A-7C4C-2DB1-8E9F-25C6234EA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5401B-135E-799D-EE6C-FE701AFD1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CB8B65-2835-49BA-BA4D-ABCCDD31A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347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D4649-64B2-D015-AC98-A2845ADA3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121326-D771-E788-6B04-88849FCFB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AC7C8-0FCE-15B5-454A-795D62E0E6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B56BE4-F2ED-3160-D637-D8613E9EB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AD556-7069-41DA-980A-F4A57812852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A245FE-8E20-2FA3-E525-7993C51AC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C59F85-BC3F-D587-E54E-D6CBDD446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CB8B65-2835-49BA-BA4D-ABCCDD31A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182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FF856-E0FB-778E-8658-93B2E660C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3E6AA5-BC0D-F352-E515-616F58EDA9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3C6CF-63E4-FB78-B956-9FD41ADE14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70A6FB-792E-C817-965D-426EB5F8D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AD556-7069-41DA-980A-F4A57812852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43D91B-C1C6-36F6-CF35-287A8B591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E0C74A-3030-BAED-EBCF-D0FD3C692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CB8B65-2835-49BA-BA4D-ABCCDD31A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881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B5044-CE94-5EB9-D936-F49D1F0C1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8D2C24-95C7-04F4-9395-DC4BA79A5A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68623-E938-4149-DF68-37FD8493C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AD556-7069-41DA-980A-F4A57812852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66051-9E19-6E88-B00E-1B63E6AAE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DB91B0-A350-8D16-2560-5AD42DB4B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CB8B65-2835-49BA-BA4D-ABCCDD31A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300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59F2E5-6B8C-E721-BEA5-A590523B11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2EBDB9-590A-F6A3-8C59-80C1C8AB4B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22BE2-6BC6-4088-BF47-9CAD7F6B7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AD556-7069-41DA-980A-F4A57812852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453E2C-6806-6134-04EA-3E093DE48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9E472-D5AD-07F7-ACAA-AB102973C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CB8B65-2835-49BA-BA4D-ABCCDD31A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597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7AACC6-2F9F-A989-B5E1-59B17FDD5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72C716-585C-22D9-3C12-DDD7F15471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A17323-8D38-6BF8-87B2-63120D4071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FAD556-7069-41DA-980A-F4A57812852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0E34E9-EEFC-B0F8-18B0-9591836D1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3C482-9EFF-EDD0-B40F-1472803D1C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CB8B65-2835-49BA-BA4D-ABCCDD31A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899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EB6873-3729-EABB-B5A5-F37541057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498451"/>
          </a:xfrm>
        </p:spPr>
        <p:txBody>
          <a:bodyPr>
            <a:normAutofit/>
          </a:bodyPr>
          <a:lstStyle/>
          <a:p>
            <a:r>
              <a:rPr lang="es-ES" sz="3600" b="1" dirty="0"/>
              <a:t>Visualización y análisis fenológico-climático de ecosistemas altiplánicos mediante series temporales NDVI: Parque Nacional Lauca y Parque Nacional Volcán </a:t>
            </a:r>
            <a:r>
              <a:rPr lang="es-ES" sz="3600" b="1" dirty="0" err="1"/>
              <a:t>Isluga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3169239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71050-62E2-ECA2-38BA-4E91FFB2A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Pregunta</a:t>
            </a:r>
            <a:r>
              <a:rPr lang="en-US" b="1" dirty="0"/>
              <a:t> de </a:t>
            </a:r>
            <a:r>
              <a:rPr lang="en-US" b="1" dirty="0" err="1"/>
              <a:t>investigación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1BFA1-4777-5ACA-2AE3-F73AFFC9E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¿Cómo varían los patrones fenológicos de la vegetación entre diferentes tipos de cobertura vegetal en los Parques Nacionales Lauca y Volcán </a:t>
            </a:r>
            <a:r>
              <a:rPr lang="es-ES" dirty="0" err="1"/>
              <a:t>Isluga</a:t>
            </a:r>
            <a:r>
              <a:rPr lang="es-ES" dirty="0"/>
              <a:t>, y cuál es su relación con la precipitación y temperatura en el período 2018-2024?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9594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8757-20B7-3584-17EA-4B88CBEE4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Hipótesis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F0E1C1-D6FA-B9A9-86C5-E2561B196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Los diferentes tipos de cobertura vegetal en los ecosistemas altiplánicos de los Parques Nacionales Lauca y Volcán </a:t>
            </a:r>
            <a:r>
              <a:rPr lang="es-ES" dirty="0" err="1"/>
              <a:t>Isluga</a:t>
            </a:r>
            <a:r>
              <a:rPr lang="es-ES" dirty="0"/>
              <a:t> presentan patrones fenológicos diferenciados y predecibles, cuya variabilidad temporal está significativamente determinada por la precipitación acumulada y la temperatura, con desfases temporales específicos para cada tipo de cobertura.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2055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0F97A-7E41-9FE4-86AA-CA83ED811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8FABFE-0FD9-1DA2-36E0-6667AA220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505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7FE0AD-FA89-5965-D1BC-6EACCACBEDAB}"/>
              </a:ext>
            </a:extLst>
          </p:cNvPr>
          <p:cNvSpPr/>
          <p:nvPr/>
        </p:nvSpPr>
        <p:spPr>
          <a:xfrm>
            <a:off x="2100455" y="1307561"/>
            <a:ext cx="1263192" cy="414779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Cob </a:t>
            </a:r>
            <a:r>
              <a:rPr lang="en-US" sz="1050" dirty="0" err="1"/>
              <a:t>suelo</a:t>
            </a:r>
            <a:endParaRPr lang="en-US" sz="105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0CFAC0-C1C9-A7FE-EAFA-026424149065}"/>
              </a:ext>
            </a:extLst>
          </p:cNvPr>
          <p:cNvSpPr/>
          <p:nvPr/>
        </p:nvSpPr>
        <p:spPr>
          <a:xfrm>
            <a:off x="6693704" y="1336301"/>
            <a:ext cx="1030666" cy="26238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 err="1"/>
              <a:t>Temperatura</a:t>
            </a:r>
            <a:endParaRPr lang="en-US" sz="10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B32FE4-FEE0-C510-4F75-5BB8F89DFB51}"/>
              </a:ext>
            </a:extLst>
          </p:cNvPr>
          <p:cNvSpPr/>
          <p:nvPr/>
        </p:nvSpPr>
        <p:spPr>
          <a:xfrm>
            <a:off x="3903837" y="2102279"/>
            <a:ext cx="1030665" cy="26238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NDVI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CF6AEC-9BE1-CA83-74DF-688EB69AE830}"/>
              </a:ext>
            </a:extLst>
          </p:cNvPr>
          <p:cNvSpPr/>
          <p:nvPr/>
        </p:nvSpPr>
        <p:spPr>
          <a:xfrm>
            <a:off x="8095112" y="1336301"/>
            <a:ext cx="1130434" cy="26238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 err="1"/>
              <a:t>Precipitaciones</a:t>
            </a:r>
            <a:endParaRPr lang="en-US" sz="105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81E4508-5805-F3A0-3D93-4C6854B998D9}"/>
              </a:ext>
            </a:extLst>
          </p:cNvPr>
          <p:cNvSpPr/>
          <p:nvPr/>
        </p:nvSpPr>
        <p:spPr>
          <a:xfrm>
            <a:off x="7226072" y="342261"/>
            <a:ext cx="1272618" cy="471341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CR2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FFC8522-CA44-DF5F-358F-5865252E2327}"/>
              </a:ext>
            </a:extLst>
          </p:cNvPr>
          <p:cNvSpPr/>
          <p:nvPr/>
        </p:nvSpPr>
        <p:spPr>
          <a:xfrm>
            <a:off x="2100454" y="356725"/>
            <a:ext cx="1263192" cy="537328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 err="1"/>
              <a:t>Mapbiomas</a:t>
            </a:r>
            <a:endParaRPr lang="en-US" sz="105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18774F0-7C4E-6ADE-234B-3365B90D7027}"/>
              </a:ext>
            </a:extLst>
          </p:cNvPr>
          <p:cNvSpPr/>
          <p:nvPr/>
        </p:nvSpPr>
        <p:spPr>
          <a:xfrm>
            <a:off x="3731489" y="339495"/>
            <a:ext cx="1365319" cy="537328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Landsat</a:t>
            </a:r>
          </a:p>
          <a:p>
            <a:pPr algn="ctr"/>
            <a:r>
              <a:rPr lang="en-US" sz="1050" dirty="0"/>
              <a:t>(2014-2024)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DC81B3-C747-FAAF-BF91-59ECCBA6E9AE}"/>
              </a:ext>
            </a:extLst>
          </p:cNvPr>
          <p:cNvSpPr/>
          <p:nvPr/>
        </p:nvSpPr>
        <p:spPr>
          <a:xfrm>
            <a:off x="93338" y="1307561"/>
            <a:ext cx="1664027" cy="414779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 err="1"/>
              <a:t>Área</a:t>
            </a:r>
            <a:r>
              <a:rPr lang="en-US" sz="1050" dirty="0"/>
              <a:t> de studio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FA5E596-235D-4733-5C37-7629117F3B19}"/>
              </a:ext>
            </a:extLst>
          </p:cNvPr>
          <p:cNvSpPr/>
          <p:nvPr/>
        </p:nvSpPr>
        <p:spPr>
          <a:xfrm>
            <a:off x="328027" y="314305"/>
            <a:ext cx="1194650" cy="622169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 err="1"/>
              <a:t>Límites</a:t>
            </a:r>
            <a:r>
              <a:rPr lang="en-US" sz="1050" dirty="0"/>
              <a:t> </a:t>
            </a:r>
            <a:r>
              <a:rPr lang="en-US" sz="1050" dirty="0" err="1"/>
              <a:t>parques</a:t>
            </a:r>
            <a:r>
              <a:rPr lang="en-US" sz="1050" dirty="0"/>
              <a:t> </a:t>
            </a:r>
            <a:r>
              <a:rPr lang="en-US" sz="1050" dirty="0" err="1"/>
              <a:t>nacionales</a:t>
            </a:r>
            <a:r>
              <a:rPr lang="en-US" sz="1050" dirty="0"/>
              <a:t> (</a:t>
            </a:r>
            <a:r>
              <a:rPr lang="en-US" sz="1050" dirty="0" err="1"/>
              <a:t>pn</a:t>
            </a:r>
            <a:r>
              <a:rPr lang="en-US" sz="1050" dirty="0"/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CD8587-9D7F-66E5-B221-FF50C926DFD3}"/>
              </a:ext>
            </a:extLst>
          </p:cNvPr>
          <p:cNvSpPr txBox="1"/>
          <p:nvPr/>
        </p:nvSpPr>
        <p:spPr>
          <a:xfrm>
            <a:off x="9336333" y="700263"/>
            <a:ext cx="271703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Datos: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NDVI </a:t>
            </a:r>
          </a:p>
          <a:p>
            <a:pPr marL="742950" lvl="1" indent="-285750">
              <a:buFontTx/>
              <a:buChar char="-"/>
            </a:pPr>
            <a:r>
              <a:rPr lang="en-US" sz="1400" dirty="0"/>
              <a:t>Landsat</a:t>
            </a:r>
          </a:p>
          <a:p>
            <a:pPr marL="742950" lvl="1" indent="-285750">
              <a:buFontTx/>
              <a:buChar char="-"/>
            </a:pPr>
            <a:r>
              <a:rPr lang="en-US" sz="1400" dirty="0"/>
              <a:t>2014 a 2024</a:t>
            </a:r>
          </a:p>
          <a:p>
            <a:pPr marL="742950" lvl="1" indent="-285750">
              <a:buFontTx/>
              <a:buChar char="-"/>
            </a:pPr>
            <a:r>
              <a:rPr lang="en-US" sz="1400" dirty="0"/>
              <a:t>10x10 metros</a:t>
            </a:r>
          </a:p>
          <a:p>
            <a:pPr marL="742950" lvl="1" indent="-285750">
              <a:buFontTx/>
              <a:buChar char="-"/>
            </a:pPr>
            <a:r>
              <a:rPr lang="en-US" sz="1400" dirty="0" err="1"/>
              <a:t>Resolución</a:t>
            </a:r>
            <a:r>
              <a:rPr lang="en-US" sz="1400" dirty="0"/>
              <a:t> temporal 5 </a:t>
            </a:r>
            <a:r>
              <a:rPr lang="en-US" sz="1400" dirty="0" err="1"/>
              <a:t>díás</a:t>
            </a:r>
            <a:endParaRPr lang="en-US" sz="1400" dirty="0"/>
          </a:p>
          <a:p>
            <a:pPr marL="742950" lvl="1" indent="-285750">
              <a:buFontTx/>
              <a:buChar char="-"/>
            </a:pPr>
            <a:r>
              <a:rPr lang="en-US" sz="1400" dirty="0" err="1"/>
              <a:t>Cantidad</a:t>
            </a:r>
            <a:r>
              <a:rPr lang="en-US" sz="1400" dirty="0"/>
              <a:t> pixels:</a:t>
            </a:r>
          </a:p>
          <a:p>
            <a:pPr marL="742950" lvl="1" indent="-285750">
              <a:buFontTx/>
              <a:buChar char="-"/>
            </a:pPr>
            <a:r>
              <a:rPr lang="en-US" sz="1400" dirty="0" err="1"/>
              <a:t>Observaciones</a:t>
            </a:r>
            <a:r>
              <a:rPr lang="en-US" sz="1400" dirty="0"/>
              <a:t> </a:t>
            </a:r>
            <a:r>
              <a:rPr lang="en-US" sz="1400" dirty="0" err="1"/>
              <a:t>por</a:t>
            </a:r>
            <a:r>
              <a:rPr lang="en-US" sz="1400" dirty="0"/>
              <a:t> </a:t>
            </a:r>
            <a:r>
              <a:rPr lang="en-US" sz="1400" dirty="0" err="1"/>
              <a:t>año</a:t>
            </a:r>
            <a:r>
              <a:rPr lang="en-US" sz="1400" dirty="0"/>
              <a:t>:</a:t>
            </a:r>
          </a:p>
          <a:p>
            <a:pPr marL="742950" lvl="1" indent="-285750">
              <a:buFontTx/>
              <a:buChar char="-"/>
            </a:pPr>
            <a:r>
              <a:rPr lang="en-US" sz="1400" dirty="0"/>
              <a:t>Total </a:t>
            </a:r>
            <a:r>
              <a:rPr lang="en-US" sz="1400" dirty="0" err="1"/>
              <a:t>datos</a:t>
            </a:r>
            <a:r>
              <a:rPr lang="en-US" sz="14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/>
              <a:t>Áreas</a:t>
            </a:r>
            <a:r>
              <a:rPr lang="en-US" sz="1400" b="1" dirty="0"/>
              <a:t> de </a:t>
            </a:r>
            <a:r>
              <a:rPr lang="en-US" sz="1400" b="1" dirty="0" err="1"/>
              <a:t>estudio</a:t>
            </a:r>
            <a:endParaRPr lang="en-US" sz="1400" b="1" dirty="0"/>
          </a:p>
          <a:p>
            <a:pPr marL="742950" lvl="1" indent="-285750">
              <a:buFontTx/>
              <a:buChar char="-"/>
            </a:pPr>
            <a:r>
              <a:rPr lang="en-US" sz="1400" dirty="0"/>
              <a:t>Parque Nacional </a:t>
            </a:r>
            <a:r>
              <a:rPr lang="en-US" sz="1400" dirty="0" err="1"/>
              <a:t>Lauca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/>
              <a:t>Clima</a:t>
            </a:r>
            <a:r>
              <a:rPr lang="en-US" sz="1400" b="1" dirty="0"/>
              <a:t>:</a:t>
            </a:r>
          </a:p>
          <a:p>
            <a:pPr marL="742950" lvl="1" indent="-285750">
              <a:buFontTx/>
              <a:buChar char="-"/>
            </a:pPr>
            <a:r>
              <a:rPr lang="en-US" sz="1400" dirty="0" err="1"/>
              <a:t>Temperatura</a:t>
            </a:r>
            <a:r>
              <a:rPr lang="en-US" sz="1400" dirty="0"/>
              <a:t> (max, min, mean)</a:t>
            </a:r>
          </a:p>
          <a:p>
            <a:pPr marL="742950" lvl="1" indent="-285750">
              <a:buFontTx/>
              <a:buChar char="-"/>
            </a:pPr>
            <a:r>
              <a:rPr lang="en-US" sz="1400" dirty="0" err="1"/>
              <a:t>Precipitaciones</a:t>
            </a:r>
            <a:r>
              <a:rPr lang="en-US" sz="1400" dirty="0"/>
              <a:t> (</a:t>
            </a:r>
            <a:r>
              <a:rPr lang="en-US" sz="1400" dirty="0" err="1"/>
              <a:t>diaria</a:t>
            </a:r>
            <a:r>
              <a:rPr lang="en-US" sz="1400" dirty="0"/>
              <a:t>, </a:t>
            </a:r>
            <a:r>
              <a:rPr lang="en-US" sz="1400" dirty="0" err="1"/>
              <a:t>mensual</a:t>
            </a:r>
            <a:r>
              <a:rPr lang="en-US" sz="1400" dirty="0"/>
              <a:t>, </a:t>
            </a:r>
            <a:r>
              <a:rPr lang="en-US" sz="1400" dirty="0" err="1"/>
              <a:t>anual</a:t>
            </a:r>
            <a:r>
              <a:rPr lang="en-US" sz="1400" dirty="0"/>
              <a:t>, </a:t>
            </a:r>
            <a:r>
              <a:rPr lang="en-US" sz="1400" dirty="0" err="1"/>
              <a:t>acumuladas</a:t>
            </a:r>
            <a:r>
              <a:rPr lang="en-US" sz="14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/>
              <a:t>Clases</a:t>
            </a:r>
            <a:r>
              <a:rPr lang="en-US" sz="1400" b="1" dirty="0"/>
              <a:t> cob </a:t>
            </a:r>
            <a:r>
              <a:rPr lang="en-US" sz="1400" b="1" dirty="0" err="1"/>
              <a:t>suelo</a:t>
            </a:r>
            <a:r>
              <a:rPr lang="en-US" sz="1400" b="1" dirty="0"/>
              <a:t>:</a:t>
            </a:r>
          </a:p>
          <a:p>
            <a:pPr marL="742950" lvl="1" indent="-285750">
              <a:buFontTx/>
              <a:buChar char="-"/>
            </a:pPr>
            <a:r>
              <a:rPr lang="en-US" sz="1400" dirty="0"/>
              <a:t>Humedales</a:t>
            </a:r>
          </a:p>
          <a:p>
            <a:pPr marL="742950" lvl="1" indent="-285750">
              <a:buFontTx/>
              <a:buChar char="-"/>
            </a:pPr>
            <a:r>
              <a:rPr lang="en-US" sz="1400" dirty="0" err="1"/>
              <a:t>Vegetación</a:t>
            </a:r>
            <a:r>
              <a:rPr lang="en-US" sz="1400" dirty="0"/>
              <a:t> </a:t>
            </a:r>
            <a:r>
              <a:rPr lang="en-US" sz="1400" dirty="0" err="1"/>
              <a:t>altoandina</a:t>
            </a:r>
            <a:endParaRPr lang="en-US" sz="1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03487E2-F84B-8AAE-1917-20394B7727CB}"/>
              </a:ext>
            </a:extLst>
          </p:cNvPr>
          <p:cNvSpPr/>
          <p:nvPr/>
        </p:nvSpPr>
        <p:spPr>
          <a:xfrm>
            <a:off x="4887462" y="3095783"/>
            <a:ext cx="1029805" cy="53732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 err="1"/>
              <a:t>Vegetación</a:t>
            </a:r>
            <a:r>
              <a:rPr lang="en-US" sz="1050" dirty="0"/>
              <a:t> </a:t>
            </a:r>
            <a:r>
              <a:rPr lang="en-US" sz="1050" dirty="0" err="1"/>
              <a:t>altoandina</a:t>
            </a:r>
            <a:endParaRPr lang="en-US" sz="105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89D31CF-F2DF-285E-EC82-C950C91BAC8C}"/>
              </a:ext>
            </a:extLst>
          </p:cNvPr>
          <p:cNvSpPr/>
          <p:nvPr/>
        </p:nvSpPr>
        <p:spPr>
          <a:xfrm>
            <a:off x="2677217" y="3117409"/>
            <a:ext cx="1029805" cy="53732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 err="1"/>
              <a:t>Bofedales</a:t>
            </a:r>
            <a:r>
              <a:rPr lang="en-US" sz="1050" dirty="0"/>
              <a:t>/</a:t>
            </a:r>
            <a:r>
              <a:rPr lang="en-US" sz="1050" dirty="0" err="1"/>
              <a:t>humedales</a:t>
            </a:r>
            <a:endParaRPr lang="en-US" sz="105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7CEE807-D10A-D978-5F13-17ADBE694628}"/>
              </a:ext>
            </a:extLst>
          </p:cNvPr>
          <p:cNvSpPr/>
          <p:nvPr/>
        </p:nvSpPr>
        <p:spPr>
          <a:xfrm>
            <a:off x="3748382" y="4187383"/>
            <a:ext cx="1365319" cy="63221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 err="1">
                <a:solidFill>
                  <a:schemeClr val="accent6">
                    <a:lumMod val="50000"/>
                  </a:schemeClr>
                </a:solidFill>
              </a:rPr>
              <a:t>Visualización</a:t>
            </a:r>
            <a:endParaRPr lang="en-US" sz="10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04D02A-5D8C-C7C7-3F8F-3102C27FE88A}"/>
              </a:ext>
            </a:extLst>
          </p:cNvPr>
          <p:cNvSpPr txBox="1"/>
          <p:nvPr/>
        </p:nvSpPr>
        <p:spPr>
          <a:xfrm>
            <a:off x="3564397" y="5233366"/>
            <a:ext cx="1735949" cy="415498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/>
              <a:t>Comparación</a:t>
            </a:r>
            <a:r>
              <a:rPr lang="en-US" sz="1050" dirty="0"/>
              <a:t> </a:t>
            </a:r>
            <a:r>
              <a:rPr lang="en-US" sz="1050" dirty="0" err="1"/>
              <a:t>vegetación</a:t>
            </a:r>
            <a:r>
              <a:rPr lang="en-US" sz="1050" dirty="0"/>
              <a:t> con variables </a:t>
            </a:r>
            <a:r>
              <a:rPr lang="en-US" sz="1050" dirty="0" err="1"/>
              <a:t>climáticas</a:t>
            </a:r>
            <a:endParaRPr lang="en-US" sz="1050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8E71C-81B4-39E0-F04C-D279C3E1AB5E}"/>
              </a:ext>
            </a:extLst>
          </p:cNvPr>
          <p:cNvSpPr/>
          <p:nvPr/>
        </p:nvSpPr>
        <p:spPr>
          <a:xfrm>
            <a:off x="3749047" y="5963242"/>
            <a:ext cx="1365319" cy="63221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 err="1">
                <a:solidFill>
                  <a:schemeClr val="accent6">
                    <a:lumMod val="50000"/>
                  </a:schemeClr>
                </a:solidFill>
              </a:rPr>
              <a:t>Visualización</a:t>
            </a:r>
            <a:endParaRPr lang="en-US" sz="10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4D44854-2259-6D4C-587D-AE0CD865F9E4}"/>
              </a:ext>
            </a:extLst>
          </p:cNvPr>
          <p:cNvSpPr/>
          <p:nvPr/>
        </p:nvSpPr>
        <p:spPr>
          <a:xfrm>
            <a:off x="7811063" y="2554398"/>
            <a:ext cx="1365319" cy="63221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 err="1">
                <a:solidFill>
                  <a:schemeClr val="accent6">
                    <a:lumMod val="50000"/>
                  </a:schemeClr>
                </a:solidFill>
              </a:rPr>
              <a:t>Visualización</a:t>
            </a:r>
            <a:endParaRPr lang="en-US" sz="1000" b="1" dirty="0">
              <a:solidFill>
                <a:schemeClr val="accent6">
                  <a:lumMod val="50000"/>
                </a:schemeClr>
              </a:solidFill>
            </a:endParaRPr>
          </a:p>
          <a:p>
            <a:pPr algn="ctr"/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(</a:t>
            </a:r>
            <a:r>
              <a:rPr lang="en-US" sz="1000" b="1" dirty="0" err="1">
                <a:solidFill>
                  <a:schemeClr val="accent6">
                    <a:lumMod val="50000"/>
                  </a:schemeClr>
                </a:solidFill>
              </a:rPr>
              <a:t>Tendencias</a:t>
            </a:r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97369C4-BAD3-35CE-17BF-74EDD55D4D58}"/>
              </a:ext>
            </a:extLst>
          </p:cNvPr>
          <p:cNvCxnSpPr>
            <a:stCxn id="11" idx="2"/>
            <a:endCxn id="6" idx="0"/>
          </p:cNvCxnSpPr>
          <p:nvPr/>
        </p:nvCxnSpPr>
        <p:spPr>
          <a:xfrm>
            <a:off x="4414149" y="876823"/>
            <a:ext cx="5021" cy="1225456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66A4F34C-3551-BFE5-CFDE-E6DDA942ACE1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rot="5400000">
            <a:off x="3429272" y="2127510"/>
            <a:ext cx="752747" cy="1227050"/>
          </a:xfrm>
          <a:prstGeom prst="bentConnector3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AE83206-45AF-68DE-E84B-FA0CAAD626A7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>
            <a:off x="925352" y="936474"/>
            <a:ext cx="0" cy="371087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D2EE944-24E4-84D4-50B9-DD26D3B55296}"/>
              </a:ext>
            </a:extLst>
          </p:cNvPr>
          <p:cNvCxnSpPr>
            <a:stCxn id="10" idx="2"/>
            <a:endCxn id="4" idx="0"/>
          </p:cNvCxnSpPr>
          <p:nvPr/>
        </p:nvCxnSpPr>
        <p:spPr>
          <a:xfrm>
            <a:off x="2732050" y="894053"/>
            <a:ext cx="1" cy="413508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6C6D15B4-A6C8-29A2-B5A1-916FECBEA35B}"/>
              </a:ext>
            </a:extLst>
          </p:cNvPr>
          <p:cNvCxnSpPr>
            <a:stCxn id="8" idx="2"/>
            <a:endCxn id="5" idx="0"/>
          </p:cNvCxnSpPr>
          <p:nvPr/>
        </p:nvCxnSpPr>
        <p:spPr>
          <a:xfrm rot="5400000">
            <a:off x="7274360" y="748279"/>
            <a:ext cx="522699" cy="653344"/>
          </a:xfrm>
          <a:prstGeom prst="bentConnector3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1002C589-C26A-4C5E-35A5-6908C19EA062}"/>
              </a:ext>
            </a:extLst>
          </p:cNvPr>
          <p:cNvCxnSpPr>
            <a:stCxn id="8" idx="2"/>
            <a:endCxn id="7" idx="0"/>
          </p:cNvCxnSpPr>
          <p:nvPr/>
        </p:nvCxnSpPr>
        <p:spPr>
          <a:xfrm rot="16200000" flipH="1">
            <a:off x="8000006" y="675977"/>
            <a:ext cx="522699" cy="797948"/>
          </a:xfrm>
          <a:prstGeom prst="bentConnector3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E9E04785-5615-001F-FED7-4DE957CB7AE4}"/>
              </a:ext>
            </a:extLst>
          </p:cNvPr>
          <p:cNvCxnSpPr>
            <a:stCxn id="5" idx="2"/>
            <a:endCxn id="24" idx="0"/>
          </p:cNvCxnSpPr>
          <p:nvPr/>
        </p:nvCxnSpPr>
        <p:spPr>
          <a:xfrm rot="16200000" flipH="1">
            <a:off x="7373524" y="1434198"/>
            <a:ext cx="955713" cy="1284686"/>
          </a:xfrm>
          <a:prstGeom prst="bentConnector3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26931475-203C-3CA1-38FF-584A96E39DC2}"/>
              </a:ext>
            </a:extLst>
          </p:cNvPr>
          <p:cNvCxnSpPr>
            <a:stCxn id="7" idx="2"/>
            <a:endCxn id="24" idx="0"/>
          </p:cNvCxnSpPr>
          <p:nvPr/>
        </p:nvCxnSpPr>
        <p:spPr>
          <a:xfrm rot="5400000">
            <a:off x="8099170" y="1993238"/>
            <a:ext cx="955713" cy="166606"/>
          </a:xfrm>
          <a:prstGeom prst="bentConnector3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96EB0FF9-FB37-2953-1D6F-260582BB4980}"/>
              </a:ext>
            </a:extLst>
          </p:cNvPr>
          <p:cNvCxnSpPr>
            <a:stCxn id="24" idx="4"/>
            <a:endCxn id="20" idx="3"/>
          </p:cNvCxnSpPr>
          <p:nvPr/>
        </p:nvCxnSpPr>
        <p:spPr>
          <a:xfrm rot="5400000">
            <a:off x="5769782" y="2717174"/>
            <a:ext cx="2254506" cy="3193377"/>
          </a:xfrm>
          <a:prstGeom prst="bentConnector2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2DC70C8-B462-008A-8398-A78119C4E5DA}"/>
              </a:ext>
            </a:extLst>
          </p:cNvPr>
          <p:cNvCxnSpPr>
            <a:stCxn id="20" idx="2"/>
            <a:endCxn id="23" idx="0"/>
          </p:cNvCxnSpPr>
          <p:nvPr/>
        </p:nvCxnSpPr>
        <p:spPr>
          <a:xfrm flipH="1">
            <a:off x="4431707" y="5648864"/>
            <a:ext cx="665" cy="314378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D56CD8A1-2ED4-66DA-FD9D-D2C1AE20AE3A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 rot="16200000" flipH="1">
            <a:off x="3545258" y="3301599"/>
            <a:ext cx="532646" cy="1238922"/>
          </a:xfrm>
          <a:prstGeom prst="bentConnector3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B103139-8853-4B51-8CC9-18274CD875A1}"/>
              </a:ext>
            </a:extLst>
          </p:cNvPr>
          <p:cNvCxnSpPr>
            <a:stCxn id="20" idx="0"/>
            <a:endCxn id="16" idx="4"/>
          </p:cNvCxnSpPr>
          <p:nvPr/>
        </p:nvCxnSpPr>
        <p:spPr>
          <a:xfrm flipH="1" flipV="1">
            <a:off x="4431042" y="4819594"/>
            <a:ext cx="1330" cy="41377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E89C8409-ACCE-3F03-02F2-0D7AD90B5E28}"/>
              </a:ext>
            </a:extLst>
          </p:cNvPr>
          <p:cNvSpPr/>
          <p:nvPr/>
        </p:nvSpPr>
        <p:spPr>
          <a:xfrm>
            <a:off x="5266251" y="2049801"/>
            <a:ext cx="651016" cy="35827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EDA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CEE4C33-F52F-5660-46D4-A1BABB770283}"/>
              </a:ext>
            </a:extLst>
          </p:cNvPr>
          <p:cNvCxnSpPr>
            <a:stCxn id="6" idx="3"/>
            <a:endCxn id="92" idx="1"/>
          </p:cNvCxnSpPr>
          <p:nvPr/>
        </p:nvCxnSpPr>
        <p:spPr>
          <a:xfrm flipV="1">
            <a:off x="4934502" y="2228938"/>
            <a:ext cx="331749" cy="45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133">
            <a:extLst>
              <a:ext uri="{FF2B5EF4-FFF2-40B4-BE49-F238E27FC236}">
                <a16:creationId xmlns:a16="http://schemas.microsoft.com/office/drawing/2014/main" id="{2144D5F8-7F66-7804-3646-9E0CB9CC8ACC}"/>
              </a:ext>
            </a:extLst>
          </p:cNvPr>
          <p:cNvSpPr/>
          <p:nvPr/>
        </p:nvSpPr>
        <p:spPr>
          <a:xfrm>
            <a:off x="4914414" y="1124614"/>
            <a:ext cx="1365319" cy="63221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 err="1">
                <a:solidFill>
                  <a:schemeClr val="accent6">
                    <a:lumMod val="50000"/>
                  </a:schemeClr>
                </a:solidFill>
              </a:rPr>
              <a:t>Visualización</a:t>
            </a:r>
            <a:endParaRPr lang="en-US" sz="10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0913B8E8-A237-DED8-B521-4CB6798FAD53}"/>
              </a:ext>
            </a:extLst>
          </p:cNvPr>
          <p:cNvCxnSpPr>
            <a:stCxn id="92" idx="0"/>
            <a:endCxn id="134" idx="4"/>
          </p:cNvCxnSpPr>
          <p:nvPr/>
        </p:nvCxnSpPr>
        <p:spPr>
          <a:xfrm flipV="1">
            <a:off x="5591759" y="1756825"/>
            <a:ext cx="5315" cy="29297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3C7F34E1-1D4F-207D-A32C-929073AA85BA}"/>
              </a:ext>
            </a:extLst>
          </p:cNvPr>
          <p:cNvCxnSpPr>
            <a:stCxn id="4" idx="2"/>
            <a:endCxn id="6" idx="1"/>
          </p:cNvCxnSpPr>
          <p:nvPr/>
        </p:nvCxnSpPr>
        <p:spPr>
          <a:xfrm rot="16200000" flipH="1">
            <a:off x="3062379" y="1392012"/>
            <a:ext cx="511131" cy="1171786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4B2A431-C330-D34C-F8F2-037A96D61658}"/>
              </a:ext>
            </a:extLst>
          </p:cNvPr>
          <p:cNvCxnSpPr>
            <a:stCxn id="12" idx="2"/>
            <a:endCxn id="6" idx="1"/>
          </p:cNvCxnSpPr>
          <p:nvPr/>
        </p:nvCxnSpPr>
        <p:spPr>
          <a:xfrm rot="16200000" flipH="1">
            <a:off x="2159029" y="488662"/>
            <a:ext cx="511131" cy="297848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C782B0B8-B168-DB1F-13B6-827A8DE8B4EC}"/>
              </a:ext>
            </a:extLst>
          </p:cNvPr>
          <p:cNvCxnSpPr>
            <a:stCxn id="3" idx="2"/>
            <a:endCxn id="16" idx="0"/>
          </p:cNvCxnSpPr>
          <p:nvPr/>
        </p:nvCxnSpPr>
        <p:spPr>
          <a:xfrm rot="5400000">
            <a:off x="4639568" y="3424586"/>
            <a:ext cx="554272" cy="971323"/>
          </a:xfrm>
          <a:prstGeom prst="bentConnector3">
            <a:avLst>
              <a:gd name="adj1" fmla="val 51896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A3974E94-C09A-849F-CDF5-24B738DEB288}"/>
              </a:ext>
            </a:extLst>
          </p:cNvPr>
          <p:cNvCxnSpPr>
            <a:stCxn id="6" idx="2"/>
            <a:endCxn id="3" idx="0"/>
          </p:cNvCxnSpPr>
          <p:nvPr/>
        </p:nvCxnSpPr>
        <p:spPr>
          <a:xfrm rot="16200000" flipH="1">
            <a:off x="4545207" y="2238624"/>
            <a:ext cx="731121" cy="983195"/>
          </a:xfrm>
          <a:prstGeom prst="bentConnector3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19600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6B0B7-277C-10AD-ED55-B5DD1AE91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Carpetas</a:t>
            </a:r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A8099B-606B-6E1A-10DC-6F3E2DA0A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554" y="588579"/>
            <a:ext cx="2874013" cy="5680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47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8FCA0F-C1FA-6A26-0A77-BA6B00328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6" y="1483952"/>
            <a:ext cx="11888859" cy="4363059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0986458-8893-C759-8C94-652A229BD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Vars </a:t>
            </a:r>
            <a:r>
              <a:rPr lang="en-US" b="1" dirty="0" err="1"/>
              <a:t>climaticas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8F170D-1CA1-7065-E767-02DBE54B14EB}"/>
              </a:ext>
            </a:extLst>
          </p:cNvPr>
          <p:cNvSpPr txBox="1"/>
          <p:nvPr/>
        </p:nvSpPr>
        <p:spPr>
          <a:xfrm>
            <a:off x="630621" y="5975130"/>
            <a:ext cx="11184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 </a:t>
            </a:r>
            <a:r>
              <a:rPr lang="en-US" dirty="0" err="1"/>
              <a:t>gusta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negativos</a:t>
            </a:r>
            <a:r>
              <a:rPr lang="en-US" dirty="0"/>
              <a:t> </a:t>
            </a:r>
            <a:r>
              <a:rPr lang="en-US" dirty="0" err="1"/>
              <a:t>sean</a:t>
            </a:r>
            <a:r>
              <a:rPr lang="en-US" dirty="0"/>
              <a:t> </a:t>
            </a:r>
            <a:r>
              <a:rPr lang="en-US" dirty="0" err="1"/>
              <a:t>rojos</a:t>
            </a:r>
            <a:r>
              <a:rPr lang="en-US" dirty="0"/>
              <a:t>, me lo </a:t>
            </a:r>
            <a:r>
              <a:rPr lang="en-US" dirty="0" err="1"/>
              <a:t>imagino</a:t>
            </a:r>
            <a:r>
              <a:rPr lang="en-US" dirty="0"/>
              <a:t> </a:t>
            </a:r>
            <a:r>
              <a:rPr lang="en-US" dirty="0" err="1"/>
              <a:t>aplicado</a:t>
            </a:r>
            <a:r>
              <a:rPr lang="en-US" dirty="0"/>
              <a:t> a </a:t>
            </a:r>
            <a:r>
              <a:rPr lang="en-US" dirty="0" err="1"/>
              <a:t>precipitaciones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debajo</a:t>
            </a:r>
            <a:r>
              <a:rPr lang="en-US" dirty="0"/>
              <a:t> de la media</a:t>
            </a:r>
          </a:p>
        </p:txBody>
      </p:sp>
    </p:spTree>
    <p:extLst>
      <p:ext uri="{BB962C8B-B14F-4D97-AF65-F5344CB8AC3E}">
        <p14:creationId xmlns:p14="http://schemas.microsoft.com/office/powerpoint/2010/main" val="3961614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75DE83-4025-A5B2-1E6B-69349897D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27" y="1376063"/>
            <a:ext cx="6925642" cy="4982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6D6F32-B8DA-9001-6414-530D971E0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364" y="3783724"/>
            <a:ext cx="5297829" cy="2611395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3CF5C933-A378-CF60-801F-5E65D261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NDVI EDA </a:t>
            </a:r>
            <a:r>
              <a:rPr lang="en-US" b="1" dirty="0" err="1"/>
              <a:t>por</a:t>
            </a:r>
            <a:r>
              <a:rPr lang="en-US" b="1" dirty="0"/>
              <a:t> </a:t>
            </a:r>
            <a:r>
              <a:rPr lang="en-US" b="1" dirty="0" err="1"/>
              <a:t>años</a:t>
            </a:r>
            <a:r>
              <a:rPr lang="en-US" b="1" dirty="0"/>
              <a:t> y </a:t>
            </a:r>
            <a:r>
              <a:rPr lang="en-US" b="1" dirty="0" err="1"/>
              <a:t>clases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EC0603-144D-1E1C-0483-1088B5429BCF}"/>
              </a:ext>
            </a:extLst>
          </p:cNvPr>
          <p:cNvSpPr txBox="1"/>
          <p:nvPr/>
        </p:nvSpPr>
        <p:spPr>
          <a:xfrm>
            <a:off x="6800194" y="1690688"/>
            <a:ext cx="478746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 bien son </a:t>
            </a:r>
            <a:r>
              <a:rPr lang="en-US" dirty="0" err="1"/>
              <a:t>muchas</a:t>
            </a:r>
            <a:r>
              <a:rPr lang="en-US" dirty="0"/>
              <a:t> </a:t>
            </a:r>
            <a:r>
              <a:rPr lang="en-US" dirty="0" err="1"/>
              <a:t>clases</a:t>
            </a:r>
            <a:r>
              <a:rPr lang="en-US" dirty="0"/>
              <a:t>, lo </a:t>
            </a:r>
            <a:r>
              <a:rPr lang="en-US" dirty="0" err="1"/>
              <a:t>cual</a:t>
            </a:r>
            <a:r>
              <a:rPr lang="en-US" dirty="0"/>
              <a:t> </a:t>
            </a:r>
            <a:r>
              <a:rPr lang="en-US" dirty="0" err="1"/>
              <a:t>dificulta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entendimiento</a:t>
            </a:r>
            <a:r>
              <a:rPr lang="en-US" dirty="0"/>
              <a:t>, me </a:t>
            </a:r>
            <a:r>
              <a:rPr lang="en-US" dirty="0" err="1"/>
              <a:t>gusta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la </a:t>
            </a:r>
            <a:r>
              <a:rPr lang="en-US" dirty="0" err="1"/>
              <a:t>distribución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y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temporalidad</a:t>
            </a:r>
            <a:r>
              <a:rPr lang="en-US" dirty="0"/>
              <a:t> se </a:t>
            </a:r>
            <a:r>
              <a:rPr lang="en-US" dirty="0" err="1"/>
              <a:t>complementa</a:t>
            </a:r>
            <a:r>
              <a:rPr lang="en-US" dirty="0"/>
              <a:t> con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mapa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Aplicaría</a:t>
            </a:r>
            <a:r>
              <a:rPr lang="en-US" dirty="0"/>
              <a:t> algo similar para </a:t>
            </a:r>
            <a:r>
              <a:rPr lang="en-US" dirty="0" err="1"/>
              <a:t>explicar</a:t>
            </a:r>
            <a:r>
              <a:rPr lang="en-US" dirty="0"/>
              <a:t> mis </a:t>
            </a:r>
            <a:r>
              <a:rPr lang="en-US" dirty="0" err="1"/>
              <a:t>valores</a:t>
            </a:r>
            <a:r>
              <a:rPr lang="en-US" dirty="0"/>
              <a:t> NDVI</a:t>
            </a:r>
          </a:p>
        </p:txBody>
      </p:sp>
    </p:spTree>
    <p:extLst>
      <p:ext uri="{BB962C8B-B14F-4D97-AF65-F5344CB8AC3E}">
        <p14:creationId xmlns:p14="http://schemas.microsoft.com/office/powerpoint/2010/main" val="3923091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9F85C22-F16A-2076-8329-DF4B0E497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464" y="383628"/>
            <a:ext cx="6856345" cy="60129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F75F401-415D-3573-A0DC-D3320EF3B0E6}"/>
              </a:ext>
            </a:extLst>
          </p:cNvPr>
          <p:cNvSpPr txBox="1"/>
          <p:nvPr/>
        </p:nvSpPr>
        <p:spPr>
          <a:xfrm>
            <a:off x="7089227" y="2668150"/>
            <a:ext cx="47874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 </a:t>
            </a:r>
            <a:r>
              <a:rPr lang="en-US" dirty="0" err="1"/>
              <a:t>gusta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colores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degrades. La </a:t>
            </a:r>
            <a:r>
              <a:rPr lang="en-US" dirty="0" err="1"/>
              <a:t>simpleza</a:t>
            </a:r>
            <a:r>
              <a:rPr lang="en-US" dirty="0"/>
              <a:t>,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formato</a:t>
            </a:r>
            <a:r>
              <a:rPr lang="en-US" dirty="0"/>
              <a:t> lo </a:t>
            </a:r>
            <a:r>
              <a:rPr lang="en-US" dirty="0" err="1"/>
              <a:t>complementaría</a:t>
            </a:r>
            <a:r>
              <a:rPr lang="en-US" dirty="0"/>
              <a:t> con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mapa</a:t>
            </a:r>
            <a:r>
              <a:rPr lang="en-US" dirty="0"/>
              <a:t> anterior. </a:t>
            </a:r>
          </a:p>
        </p:txBody>
      </p:sp>
    </p:spTree>
    <p:extLst>
      <p:ext uri="{BB962C8B-B14F-4D97-AF65-F5344CB8AC3E}">
        <p14:creationId xmlns:p14="http://schemas.microsoft.com/office/powerpoint/2010/main" val="898322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90DFB-C68F-289B-9F84-F747A8647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Fenología</a:t>
            </a:r>
            <a:endParaRPr lang="en-US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ED449A-4275-143F-CE2E-638A058F1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85471"/>
            <a:ext cx="7409688" cy="49137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F1E082-C0B7-D32C-D167-DCEAA11E931A}"/>
              </a:ext>
            </a:extLst>
          </p:cNvPr>
          <p:cNvSpPr txBox="1"/>
          <p:nvPr/>
        </p:nvSpPr>
        <p:spPr>
          <a:xfrm>
            <a:off x="7593631" y="2360075"/>
            <a:ext cx="45039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 </a:t>
            </a:r>
            <a:r>
              <a:rPr lang="en-US" dirty="0" err="1"/>
              <a:t>gusta</a:t>
            </a:r>
            <a:r>
              <a:rPr lang="en-US" dirty="0"/>
              <a:t> </a:t>
            </a:r>
            <a:r>
              <a:rPr lang="en-US" dirty="0" err="1"/>
              <a:t>porque</a:t>
            </a:r>
            <a:r>
              <a:rPr lang="en-US" dirty="0"/>
              <a:t> </a:t>
            </a:r>
            <a:r>
              <a:rPr lang="en-US" dirty="0" err="1"/>
              <a:t>resalta</a:t>
            </a:r>
            <a:r>
              <a:rPr lang="en-US" dirty="0"/>
              <a:t> la </a:t>
            </a:r>
            <a:r>
              <a:rPr lang="en-US" dirty="0" err="1"/>
              <a:t>temporada</a:t>
            </a:r>
            <a:endParaRPr lang="en-US" dirty="0"/>
          </a:p>
          <a:p>
            <a:r>
              <a:rPr lang="en-US" dirty="0"/>
              <a:t>De “</a:t>
            </a:r>
            <a:r>
              <a:rPr lang="en-US" dirty="0" err="1"/>
              <a:t>reverdecimiento</a:t>
            </a:r>
            <a:r>
              <a:rPr lang="en-US" dirty="0"/>
              <a:t>” </a:t>
            </a:r>
            <a:r>
              <a:rPr lang="en-US" dirty="0" err="1"/>
              <a:t>asociado</a:t>
            </a:r>
            <a:r>
              <a:rPr lang="en-US" dirty="0"/>
              <a:t> al </a:t>
            </a:r>
            <a:r>
              <a:rPr lang="en-US" dirty="0" err="1"/>
              <a:t>aumento</a:t>
            </a:r>
            <a:r>
              <a:rPr lang="en-US" dirty="0"/>
              <a:t> </a:t>
            </a:r>
          </a:p>
          <a:p>
            <a:r>
              <a:rPr lang="en-US" dirty="0"/>
              <a:t>de </a:t>
            </a:r>
            <a:r>
              <a:rPr lang="en-US" dirty="0" err="1"/>
              <a:t>productividad</a:t>
            </a:r>
            <a:r>
              <a:rPr lang="en-US" dirty="0"/>
              <a:t>. </a:t>
            </a:r>
          </a:p>
          <a:p>
            <a:r>
              <a:rPr lang="en-US" dirty="0"/>
              <a:t>Para </a:t>
            </a:r>
            <a:r>
              <a:rPr lang="en-US" dirty="0" err="1"/>
              <a:t>fenología</a:t>
            </a:r>
            <a:r>
              <a:rPr lang="en-US" dirty="0"/>
              <a:t> me </a:t>
            </a:r>
            <a:r>
              <a:rPr lang="en-US" dirty="0" err="1"/>
              <a:t>parece</a:t>
            </a:r>
            <a:r>
              <a:rPr lang="en-US" dirty="0"/>
              <a:t> my </a:t>
            </a:r>
            <a:r>
              <a:rPr lang="en-US" dirty="0" err="1"/>
              <a:t>útil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47272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6E6848-B036-63DD-7E1A-73F87D59D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7285"/>
            <a:ext cx="12192000" cy="4486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4843ED-A179-6885-8438-34290B69EC6C}"/>
              </a:ext>
            </a:extLst>
          </p:cNvPr>
          <p:cNvSpPr txBox="1"/>
          <p:nvPr/>
        </p:nvSpPr>
        <p:spPr>
          <a:xfrm>
            <a:off x="2196568" y="5497413"/>
            <a:ext cx="788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compara</a:t>
            </a:r>
            <a:r>
              <a:rPr lang="en-US" dirty="0"/>
              <a:t> </a:t>
            </a:r>
            <a:r>
              <a:rPr lang="en-US" dirty="0" err="1"/>
              <a:t>fenología</a:t>
            </a:r>
            <a:r>
              <a:rPr lang="en-US" dirty="0"/>
              <a:t> entre </a:t>
            </a:r>
            <a:r>
              <a:rPr lang="en-US" dirty="0" err="1"/>
              <a:t>tipos</a:t>
            </a:r>
            <a:r>
              <a:rPr lang="en-US" dirty="0"/>
              <a:t> de </a:t>
            </a:r>
            <a:r>
              <a:rPr lang="en-US" dirty="0" err="1"/>
              <a:t>vegetación</a:t>
            </a:r>
            <a:r>
              <a:rPr lang="en-US" dirty="0"/>
              <a:t> </a:t>
            </a:r>
            <a:r>
              <a:rPr lang="en-US" dirty="0" err="1"/>
              <a:t>útil</a:t>
            </a:r>
            <a:r>
              <a:rPr lang="en-US" dirty="0"/>
              <a:t> para </a:t>
            </a:r>
            <a:r>
              <a:rPr lang="en-US" dirty="0" err="1"/>
              <a:t>comparar</a:t>
            </a:r>
            <a:r>
              <a:rPr lang="en-US" dirty="0"/>
              <a:t> mis </a:t>
            </a:r>
            <a:r>
              <a:rPr lang="en-US" dirty="0" err="1"/>
              <a:t>usos</a:t>
            </a:r>
            <a:r>
              <a:rPr lang="en-US" dirty="0"/>
              <a:t>. Pero </a:t>
            </a:r>
            <a:r>
              <a:rPr lang="en-US" dirty="0" err="1"/>
              <a:t>mejoraría</a:t>
            </a:r>
            <a:r>
              <a:rPr lang="en-US" dirty="0"/>
              <a:t> las </a:t>
            </a:r>
            <a:r>
              <a:rPr lang="en-US" dirty="0" err="1"/>
              <a:t>líneas</a:t>
            </a:r>
            <a:r>
              <a:rPr lang="en-US" dirty="0"/>
              <a:t> y </a:t>
            </a:r>
            <a:r>
              <a:rPr lang="en-US" dirty="0" err="1"/>
              <a:t>graficos</a:t>
            </a:r>
            <a:r>
              <a:rPr lang="en-US" dirty="0"/>
              <a:t> de barra</a:t>
            </a:r>
          </a:p>
        </p:txBody>
      </p:sp>
    </p:spTree>
    <p:extLst>
      <p:ext uri="{BB962C8B-B14F-4D97-AF65-F5344CB8AC3E}">
        <p14:creationId xmlns:p14="http://schemas.microsoft.com/office/powerpoint/2010/main" val="7140967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</TotalTime>
  <Words>336</Words>
  <Application>Microsoft Office PowerPoint</Application>
  <PresentationFormat>Widescreen</PresentationFormat>
  <Paragraphs>55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Visualización y análisis fenológico-climático de ecosistemas altiplánicos mediante series temporales NDVI: Parque Nacional Lauca y Parque Nacional Volcán Isluga</vt:lpstr>
      <vt:lpstr>Pregunta de investigación</vt:lpstr>
      <vt:lpstr>Hipótesis</vt:lpstr>
      <vt:lpstr>PowerPoint Presentation</vt:lpstr>
      <vt:lpstr>PowerPoint Presentation</vt:lpstr>
      <vt:lpstr>Carpetas</vt:lpstr>
      <vt:lpstr>Vars climaticas</vt:lpstr>
      <vt:lpstr>NDVI EDA por años y clases</vt:lpstr>
      <vt:lpstr>PowerPoint Presentation</vt:lpstr>
      <vt:lpstr>Fenología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Constanza Valentina Hernández Sánchez</dc:creator>
  <cp:lastModifiedBy>Constanza Valentina Hernández Sánchez</cp:lastModifiedBy>
  <cp:revision>1</cp:revision>
  <dcterms:created xsi:type="dcterms:W3CDTF">2025-10-13T01:49:41Z</dcterms:created>
  <dcterms:modified xsi:type="dcterms:W3CDTF">2025-11-28T12:52:29Z</dcterms:modified>
</cp:coreProperties>
</file>